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0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033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RACING ANALYTICS  ·  PROJECT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Fit Together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= what you build with. Pipeline = what the project does with data. Read left to right.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457200" y="1444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TOOLBOX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EFED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603504" y="1865376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03504" y="18653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03504" y="213969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3504" y="2377440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window where you open files, run scripts, and see Claude's edits — the desk, not a tool itself.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239719" y="173736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EFED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3386023" y="1865376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3386023" y="18653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386023" y="213969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6023" y="2377440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vibe-coding partner: describe what you want, Claude drafts and runs the code, you check the result.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022238" y="173736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EFED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6168542" y="1865376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6168542" y="18653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168542" y="213969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168542" y="2377440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saves checkpoints of every change; GitHub stores that history online as a backup and record.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8804758" y="1737360"/>
            <a:ext cx="2651760" cy="1115568"/>
          </a:xfrm>
          <a:prstGeom prst="roundRect">
            <a:avLst>
              <a:gd name="adj" fmla="val 6557"/>
            </a:avLst>
          </a:prstGeom>
          <a:solidFill>
            <a:srgbClr val="EFED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8951062" y="1865376"/>
            <a:ext cx="1554480" cy="219456"/>
          </a:xfrm>
          <a:prstGeom prst="roundRect">
            <a:avLst>
              <a:gd name="adj" fmla="val 50000"/>
            </a:avLst>
          </a:prstGeom>
          <a:solidFill>
            <a:srgbClr val="4A3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8951062" y="186537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 DESIGN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8951062" y="2139696"/>
            <a:ext cx="23591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Protégé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951062" y="2377440"/>
            <a:ext cx="23591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tool for sketching classes and relationships (Horse → hasSire → Horse) before any code is written.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457200" y="2999232"/>
            <a:ext cx="11274552" cy="512064"/>
          </a:xfrm>
          <a:prstGeom prst="roundRect">
            <a:avLst>
              <a:gd name="adj" fmla="val 14286"/>
            </a:avLst>
          </a:prstGeom>
          <a:solidFill>
            <a:srgbClr val="EFED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40080" y="2999232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+ Claude </a:t>
            </a: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run the code for every stage below   ·   </a:t>
            </a: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 </a:t>
            </a: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saved history of it all   ·   </a:t>
            </a:r>
            <a:r>
              <a:rPr lang="en-US" sz="11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Protégé's</a:t>
            </a: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blueprint feeds directly into Stage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3730752"/>
            <a:ext cx="5486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4023360"/>
            <a:ext cx="2006194" cy="1874520"/>
          </a:xfrm>
          <a:prstGeom prst="roundRect">
            <a:avLst>
              <a:gd name="adj" fmla="val 3902"/>
            </a:avLst>
          </a:prstGeom>
          <a:solidFill>
            <a:srgbClr val="E7F0F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Shape 28"/>
          <p:cNvSpPr/>
          <p:nvPr/>
        </p:nvSpPr>
        <p:spPr>
          <a:xfrm>
            <a:off x="603504" y="4169664"/>
            <a:ext cx="310896" cy="310896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/>
          <p:nvPr/>
        </p:nvSpPr>
        <p:spPr>
          <a:xfrm>
            <a:off x="603504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3504" y="4535424"/>
            <a:ext cx="1713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 · BHA · RACING API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3504" y="4800600"/>
            <a:ext cx="1713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03504" y="5074920"/>
            <a:ext cx="17135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raw, messy real-world facts: race results, conditions, and pedigree — the material everything else is built from.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63394" y="4023360"/>
            <a:ext cx="31089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36" name="Shape 34"/>
          <p:cNvSpPr/>
          <p:nvPr/>
        </p:nvSpPr>
        <p:spPr>
          <a:xfrm>
            <a:off x="2774290" y="4023360"/>
            <a:ext cx="2006194" cy="1874520"/>
          </a:xfrm>
          <a:prstGeom prst="roundRect">
            <a:avLst>
              <a:gd name="adj" fmla="val 3902"/>
            </a:avLst>
          </a:prstGeom>
          <a:solidFill>
            <a:srgbClr val="FDECE3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2920594" y="4169664"/>
            <a:ext cx="310896" cy="310896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2920594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920594" y="4535424"/>
            <a:ext cx="1713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2920594" y="4800600"/>
            <a:ext cx="1713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</a:t>
            </a:r>
            <a:endParaRPr lang="en-US" sz="1450" dirty="0"/>
          </a:p>
        </p:txBody>
      </p:sp>
      <p:sp>
        <p:nvSpPr>
          <p:cNvPr id="41" name="Text 39"/>
          <p:cNvSpPr/>
          <p:nvPr/>
        </p:nvSpPr>
        <p:spPr>
          <a:xfrm>
            <a:off x="2920594" y="5074920"/>
            <a:ext cx="17135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is the language you write in; pandas cleans tables and converts them into the “triples” a knowledge graph is made of.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80483" y="4023360"/>
            <a:ext cx="31089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5091379" y="4023360"/>
            <a:ext cx="2006194" cy="1874520"/>
          </a:xfrm>
          <a:prstGeom prst="roundRect">
            <a:avLst>
              <a:gd name="adj" fmla="val 3902"/>
            </a:avLst>
          </a:prstGeom>
          <a:solidFill>
            <a:srgbClr val="E4F7EF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5237683" y="4169664"/>
            <a:ext cx="310896" cy="310896"/>
          </a:xfrm>
          <a:prstGeom prst="ellipse">
            <a:avLst/>
          </a:prstGeom>
          <a:solidFill>
            <a:srgbClr val="1BAF7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/>
          <p:nvPr/>
        </p:nvSpPr>
        <p:spPr>
          <a:xfrm>
            <a:off x="5237683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37683" y="4535424"/>
            <a:ext cx="1713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FUSEKI · RDF · SPARQL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237683" y="4800600"/>
            <a:ext cx="1713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5237683" y="5074920"/>
            <a:ext cx="17135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Fuseki stores your triples, organised by the Protégé blueprint. SPARQL is how you query it — e.g. horses sired by X.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097573" y="4023360"/>
            <a:ext cx="31089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50" name="Shape 48"/>
          <p:cNvSpPr/>
          <p:nvPr/>
        </p:nvSpPr>
        <p:spPr>
          <a:xfrm>
            <a:off x="7408469" y="4023360"/>
            <a:ext cx="2006194" cy="1874520"/>
          </a:xfrm>
          <a:prstGeom prst="roundRect">
            <a:avLst>
              <a:gd name="adj" fmla="val 3902"/>
            </a:avLst>
          </a:prstGeom>
          <a:solidFill>
            <a:srgbClr val="FDF1D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7554773" y="4169664"/>
            <a:ext cx="310896" cy="310896"/>
          </a:xfrm>
          <a:prstGeom prst="ellipse">
            <a:avLst/>
          </a:prstGeom>
          <a:solidFill>
            <a:srgbClr val="EDA1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7554773" y="4169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554773" y="4535424"/>
            <a:ext cx="171358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30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· STREAMLIT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554773" y="4800600"/>
            <a:ext cx="17135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App</a:t>
            </a:r>
            <a:endParaRPr lang="en-US" sz="1450" dirty="0"/>
          </a:p>
        </p:txBody>
      </p:sp>
      <p:sp>
        <p:nvSpPr>
          <p:cNvPr id="55" name="Text 53"/>
          <p:cNvSpPr/>
          <p:nvPr/>
        </p:nvSpPr>
        <p:spPr>
          <a:xfrm>
            <a:off x="7554773" y="5074920"/>
            <a:ext cx="171358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scikit-learn/XGBoost learn the pattern from a SPARQL feature table. Streamlit turns the model into a clickable web page.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414662" y="4023360"/>
            <a:ext cx="310896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9725558" y="4023360"/>
            <a:ext cx="2006194" cy="1874520"/>
          </a:xfrm>
          <a:prstGeom prst="roundRect">
            <a:avLst>
              <a:gd name="adj" fmla="val 3902"/>
            </a:avLst>
          </a:prstGeom>
          <a:solidFill>
            <a:srgbClr val="F0EFE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8" name="Shape 56"/>
          <p:cNvSpPr/>
          <p:nvPr/>
        </p:nvSpPr>
        <p:spPr>
          <a:xfrm>
            <a:off x="10554919" y="4224528"/>
            <a:ext cx="347472" cy="347472"/>
          </a:xfrm>
          <a:prstGeom prst="ellipse">
            <a:avLst/>
          </a:prstGeom>
          <a:solidFill>
            <a:srgbClr val="0B0B0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/>
          <p:nvPr/>
        </p:nvSpPr>
        <p:spPr>
          <a:xfrm>
            <a:off x="10554919" y="4224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9816998" y="4645152"/>
            <a:ext cx="1823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1450" dirty="0"/>
          </a:p>
        </p:txBody>
      </p:sp>
      <p:sp>
        <p:nvSpPr>
          <p:cNvPr id="61" name="Text 59"/>
          <p:cNvSpPr/>
          <p:nvPr/>
        </p:nvSpPr>
        <p:spPr>
          <a:xfrm>
            <a:off x="9853574" y="4919472"/>
            <a:ext cx="175016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win/place probabilities for an upcoming Group/Listed race, sanity-checked against your own judgement and the market odds.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457200" y="608076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6-month project plan and architecture guide — pin this above your desk as a quick reference.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74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HORSE RACING ANALYTICS  ·  GLOSSARY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Piece Actually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definitions, grouped and coloured to match the architecture diagram.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563624"/>
            <a:ext cx="128016" cy="128016"/>
          </a:xfrm>
          <a:prstGeom prst="ellipse">
            <a:avLst/>
          </a:prstGeom>
          <a:solidFill>
            <a:srgbClr val="4A3AA7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676656" y="1508760"/>
            <a:ext cx="3386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605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048256"/>
            <a:ext cx="3605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code editor — the window where you open files, run scripts, and see Claude's edits. The desk, not a tool itself.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457200" y="2523744"/>
            <a:ext cx="3605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Claude Code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3605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assistant, running from your own machine. You describe the outcome, it drafts &amp; runs the code, you review the result.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3605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3438144"/>
            <a:ext cx="3605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every change to your files as saved checkpoints, so you can see history and undo mistakes safely.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457200" y="3913632"/>
            <a:ext cx="3605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133088"/>
            <a:ext cx="3605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hosting a copy of your Git history online — your off-machine backup and share point.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57200" y="4608576"/>
            <a:ext cx="3605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Protégé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828032"/>
            <a:ext cx="3605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visual editor for designing your ontology — classes and relationships as boxes and arrows, before any code.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4291279" y="1563624"/>
            <a:ext cx="128016" cy="128016"/>
          </a:xfrm>
          <a:prstGeom prst="ellipse">
            <a:avLst/>
          </a:prstGeom>
          <a:solidFill>
            <a:srgbClr val="2A78D6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4510735" y="1508760"/>
            <a:ext cx="3386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Data Sources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1279" y="1828800"/>
            <a:ext cx="3605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91279" y="2048256"/>
            <a:ext cx="3605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public knowledge graph that already holds horse pedigree data, plus a practice SPARQL endpoint.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4291279" y="2523744"/>
            <a:ext cx="3605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 / Racing API / Racing Post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1279" y="2743200"/>
            <a:ext cx="3605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of real UK race results, racecards and ratings — free where published, subscription for the rest.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4291279" y="3337560"/>
            <a:ext cx="128016" cy="128016"/>
          </a:xfrm>
          <a:prstGeom prst="ellipse">
            <a:avLst/>
          </a:prstGeom>
          <a:solidFill>
            <a:srgbClr val="EB683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510735" y="3282696"/>
            <a:ext cx="3386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Data Prep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1279" y="3602736"/>
            <a:ext cx="3605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291279" y="3822192"/>
            <a:ext cx="3605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programming language you and Claude write throughout the whole project.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4291279" y="4297680"/>
            <a:ext cx="3605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91279" y="4517136"/>
            <a:ext cx="3605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library for working with tables of data — a programmable spreadsheet, used to clean data into triples.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125358" y="1563624"/>
            <a:ext cx="128016" cy="128016"/>
          </a:xfrm>
          <a:prstGeom prst="ellipse">
            <a:avLst/>
          </a:prstGeom>
          <a:solidFill>
            <a:srgbClr val="1BAF7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8344814" y="1508760"/>
            <a:ext cx="3386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Knowledge Graph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125358" y="1828800"/>
            <a:ext cx="3605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(triples)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125358" y="2048256"/>
            <a:ext cx="3605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statement unit of a knowledge graph, e.g. Frankel → hasSire → Galileo.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8125358" y="2523744"/>
            <a:ext cx="3605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Jena Fuseki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125358" y="2743200"/>
            <a:ext cx="3605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free program that runs on your computer and stores all your RDF triples for querying.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8125358" y="3218688"/>
            <a:ext cx="3605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SPARQL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8125358" y="3438144"/>
            <a:ext cx="3605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query language for RDF data — how you pull features like a horse's inbreeding proxy.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8125358" y="3995928"/>
            <a:ext cx="128016" cy="128016"/>
          </a:xfrm>
          <a:prstGeom prst="ellipse">
            <a:avLst/>
          </a:prstGeom>
          <a:solidFill>
            <a:srgbClr val="EDA1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8344814" y="3941064"/>
            <a:ext cx="338602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Model &amp; App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25358" y="4261104"/>
            <a:ext cx="3605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/ XGBoost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125358" y="4480560"/>
            <a:ext cx="3605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libraries that learn a pattern from your feature table and known past results.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8125358" y="4956048"/>
            <a:ext cx="3605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125358" y="5175504"/>
            <a:ext cx="36054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92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your trained model into a clickable web page — no web development needed.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toolbox &amp; pipeline diagram — pin alongside it as a quick reference.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Microsoft Office PowerPoint</Application>
  <PresentationFormat>Widescreen</PresentationFormat>
  <Paragraphs>81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michael stephenson</cp:lastModifiedBy>
  <cp:revision>1</cp:revision>
  <dcterms:created xsi:type="dcterms:W3CDTF">2026-08-23T10:24:24Z</dcterms:created>
  <dcterms:modified xsi:type="dcterms:W3CDTF">2026-08-23T10:26:04Z</dcterms:modified>
</cp:coreProperties>
</file>